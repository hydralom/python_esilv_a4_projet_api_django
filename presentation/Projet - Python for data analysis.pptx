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Montserrat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7" Type="http://schemas.openxmlformats.org/officeDocument/2006/relationships/font" Target="fonts/Lato-regular.fntdata"/><Relationship Id="rId16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b3d2d55b71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b3d2d55b71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b3d2d55b71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b3d2d55b71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b3d2d55b71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b3d2d55b71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b3d2d55b71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b3d2d55b71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b3d2d55b71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b3d2d55b71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b3d2d55b71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b3d2d55b71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b3d2d55b71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b3d2d55b71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Projet</a:t>
            </a:r>
            <a:r>
              <a:rPr lang="fr"/>
              <a:t> - Python for data analysis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4074900" y="35885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Xavier ALEXIADE - DIA 2</a:t>
            </a:r>
            <a:endParaRPr/>
          </a:p>
        </p:txBody>
      </p:sp>
      <p:sp>
        <p:nvSpPr>
          <p:cNvPr id="136" name="Google Shape;136;p13"/>
          <p:cNvSpPr txBox="1"/>
          <p:nvPr>
            <p:ph idx="1" type="subTitle"/>
          </p:nvPr>
        </p:nvSpPr>
        <p:spPr>
          <a:xfrm>
            <a:off x="3599775" y="3016500"/>
            <a:ext cx="43416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/>
              <a:t>Tenants et aboutissant du problème</a:t>
            </a:r>
            <a:endParaRPr sz="1800"/>
          </a:p>
        </p:txBody>
      </p:sp>
      <p:pic>
        <p:nvPicPr>
          <p:cNvPr id="137" name="Google Shape;13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32625" y="156447"/>
            <a:ext cx="2254925" cy="82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Les données</a:t>
            </a:r>
            <a:endParaRPr/>
          </a:p>
        </p:txBody>
      </p:sp>
      <p:sp>
        <p:nvSpPr>
          <p:cNvPr id="143" name="Google Shape;143;p14"/>
          <p:cNvSpPr txBox="1"/>
          <p:nvPr>
            <p:ph idx="1" type="body"/>
          </p:nvPr>
        </p:nvSpPr>
        <p:spPr>
          <a:xfrm>
            <a:off x="1297500" y="962121"/>
            <a:ext cx="7038900" cy="384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D'après le fichier page-blocks.names, ce dataset est un ensemble d'analyses de blocs de différents documents. Ces analyses peuvent être utilisées pour retrouver si un bloc est en fait un texte, une ligne verticale/horizontale ou une image.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fr"/>
              <a:t>Ainsi, le dataset a pour informations sur le document :</a:t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height : la hauteur du bloc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lenght : la longueur du bloc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area : la surface du bloc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eccen : le rapport longueur/hauteur du bloc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p_black : le % de pixels noirs dans la surface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p_and : le % de pixels noirs après l'application du RLSA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mean_tr : la moyenne de transition pixel blanc/noir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blackpix : le nombre total de pixels noirs dans le bloc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blackand : le nombre total de pixels noirs dans le bloc après le RLSA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wb_trans : le nombre total de transition pixel blanc/noir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Les données</a:t>
            </a:r>
            <a:endParaRPr/>
          </a:p>
        </p:txBody>
      </p:sp>
      <p:sp>
        <p:nvSpPr>
          <p:cNvPr id="149" name="Google Shape;149;p15"/>
          <p:cNvSpPr txBox="1"/>
          <p:nvPr>
            <p:ph idx="1" type="body"/>
          </p:nvPr>
        </p:nvSpPr>
        <p:spPr>
          <a:xfrm>
            <a:off x="1297500" y="1307850"/>
            <a:ext cx="7038900" cy="29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L'analyse de ces données peut donner comme résultat une de ces catégories :</a:t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texte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ligne horizontale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image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ligne verticale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graphique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fr"/>
              <a:t>Les classes étant peu nombreuses on peut garder celles fournies.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Les données</a:t>
            </a:r>
            <a:endParaRPr/>
          </a:p>
        </p:txBody>
      </p:sp>
      <p:sp>
        <p:nvSpPr>
          <p:cNvPr id="155" name="Google Shape;155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fr"/>
              <a:t>Toutes les </a:t>
            </a:r>
            <a:r>
              <a:rPr lang="fr"/>
              <a:t>données du dataset sont sous forme numériques, il va donc être beaucoup plus simple d’appliquer des méthodes de machine learning sans avoir à numériser des données sous forme de string/catégories.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 txBox="1"/>
          <p:nvPr>
            <p:ph type="title"/>
          </p:nvPr>
        </p:nvSpPr>
        <p:spPr>
          <a:xfrm>
            <a:off x="823850" y="15196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Problématique</a:t>
            </a:r>
            <a:endParaRPr/>
          </a:p>
        </p:txBody>
      </p:sp>
      <p:sp>
        <p:nvSpPr>
          <p:cNvPr id="161" name="Google Shape;161;p17"/>
          <p:cNvSpPr txBox="1"/>
          <p:nvPr>
            <p:ph idx="4294967295" type="body"/>
          </p:nvPr>
        </p:nvSpPr>
        <p:spPr>
          <a:xfrm>
            <a:off x="1297500" y="2668300"/>
            <a:ext cx="7038900" cy="16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fr" sz="1900"/>
              <a:t>Prédire au mieux un ensemble de données tests et donner la classe auxquelles ces données appartiennent.</a:t>
            </a:r>
            <a:endParaRPr sz="1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Questions posées</a:t>
            </a:r>
            <a:endParaRPr/>
          </a:p>
        </p:txBody>
      </p:sp>
      <p:sp>
        <p:nvSpPr>
          <p:cNvPr id="167" name="Google Shape;167;p18"/>
          <p:cNvSpPr txBox="1"/>
          <p:nvPr>
            <p:ph idx="1" type="body"/>
          </p:nvPr>
        </p:nvSpPr>
        <p:spPr>
          <a:xfrm>
            <a:off x="1297500" y="1116150"/>
            <a:ext cx="7038900" cy="35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r"/>
              <a:t>Dans un premier temps, je me pose la question de savoir si toutes les valeurs sont présentes ou s’il y a du nettoyage à faire 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fr"/>
              <a:t>&gt; Dans notre cas, toutes les données sont présentes et il n’y a pas de “NaN values”.</a:t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fr"/>
              <a:t>Puis, comme dit précédemment, je cherche si les classes (ou les outputs) ne sont pas trop nombreux ce qui rendrait l’analyse et la prédiction trop hasardeuse.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fr"/>
              <a:t>&gt; Il se trouve qu’il n’y a que 5 classes possibles ce qui est très bien.</a:t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fr"/>
              <a:t>Enfin, je me demande comment les colonnes influes sur les classes. Est ce qu’une donnée élevée quelque part donne quasi obligatoirement une classe 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fr"/>
              <a:t>&gt; Avec l’analyse du dataset avec Pandas, je remarque qu’il y a quelques colonnes qui sont très liées à certaines catégories.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Etude du jeu de données</a:t>
            </a:r>
            <a:endParaRPr/>
          </a:p>
        </p:txBody>
      </p:sp>
      <p:sp>
        <p:nvSpPr>
          <p:cNvPr id="173" name="Google Shape;173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L’étude via plusieurs méthode de machine learning s’est faite de manière assez simple.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fr"/>
              <a:t>J’ai créer un modèle dans chacune des méthodes utilisées puis j’ai comparé leur accuracy avec le </a:t>
            </a:r>
            <a:r>
              <a:rPr lang="fr"/>
              <a:t>F1-</a:t>
            </a:r>
            <a:r>
              <a:rPr lang="fr"/>
              <a:t>score.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